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666A5F-16CE-0D7A-638E-903C55C14D31}" v="629" dt="2025-11-02T02:58:55.9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95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353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992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285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4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043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833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451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21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15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006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301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1" r:id="rId6"/>
    <p:sldLayoutId id="2147483697" r:id="rId7"/>
    <p:sldLayoutId id="2147483698" r:id="rId8"/>
    <p:sldLayoutId id="2147483699" r:id="rId9"/>
    <p:sldLayoutId id="2147483700" r:id="rId10"/>
    <p:sldLayoutId id="214748370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57D4A73-A255-F01E-4CB1-AF772106BE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2" t="24057" r="-7" b="-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39" y="5739969"/>
            <a:ext cx="8178501" cy="960120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400"/>
              <a:t>InterNexus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41975" y="5739969"/>
            <a:ext cx="3355309" cy="9601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1900" dirty="0"/>
              <a:t>A Strategic National Russell Group-Style Research Collaboration Group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4EE90-74F8-3237-FC5B-DA9B85FA3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&amp;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4AF54-3A43-9F45-F4F0-17D272532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InterNexus</a:t>
            </a:r>
          </a:p>
          <a:p>
            <a:r>
              <a:rPr lang="en-US" dirty="0"/>
              <a:t>Open innovation hub</a:t>
            </a:r>
          </a:p>
          <a:p>
            <a:r>
              <a:rPr lang="en-US" dirty="0"/>
              <a:t>Leveraging Malaysia's R&amp;D strength</a:t>
            </a:r>
          </a:p>
        </p:txBody>
      </p:sp>
    </p:spTree>
    <p:extLst>
      <p:ext uri="{BB962C8B-B14F-4D97-AF65-F5344CB8AC3E}">
        <p14:creationId xmlns:p14="http://schemas.microsoft.com/office/powerpoint/2010/main" val="4143425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A6555-1D49-FDDB-DDB6-F05A8CF4B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 &amp;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2CDAD-7E88-316E-BF7F-62F0BD854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Unique concept</a:t>
            </a:r>
          </a:p>
          <a:p>
            <a:r>
              <a:rPr lang="en-US" dirty="0"/>
              <a:t>Collaboratory model</a:t>
            </a:r>
          </a:p>
          <a:p>
            <a:r>
              <a:rPr lang="en-US" dirty="0"/>
              <a:t>Innovation-focused</a:t>
            </a:r>
          </a:p>
        </p:txBody>
      </p:sp>
    </p:spTree>
    <p:extLst>
      <p:ext uri="{BB962C8B-B14F-4D97-AF65-F5344CB8AC3E}">
        <p14:creationId xmlns:p14="http://schemas.microsoft.com/office/powerpoint/2010/main" val="3278950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D30A1-3785-E9CB-4679-50F445DB3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Execution &amp;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61549-0058-0820-38F0-BAB060DE5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Prototype development</a:t>
            </a:r>
          </a:p>
          <a:p>
            <a:r>
              <a:rPr lang="en-US" dirty="0"/>
              <a:t>User experience</a:t>
            </a:r>
          </a:p>
          <a:p>
            <a:r>
              <a:rPr lang="en-US" dirty="0"/>
              <a:t>Ongoing development</a:t>
            </a:r>
          </a:p>
        </p:txBody>
      </p:sp>
    </p:spTree>
    <p:extLst>
      <p:ext uri="{BB962C8B-B14F-4D97-AF65-F5344CB8AC3E}">
        <p14:creationId xmlns:p14="http://schemas.microsoft.com/office/powerpoint/2010/main" val="3428655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810B3-2BE4-F1E8-2F86-0AA1025D7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Feasibility &amp; Future Potential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FA13C-1ADB-6A81-F635-B041CCE38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Strong foundation</a:t>
            </a:r>
          </a:p>
          <a:p>
            <a:r>
              <a:rPr lang="en-US" dirty="0"/>
              <a:t>Scalable roadmap</a:t>
            </a:r>
          </a:p>
          <a:p>
            <a:r>
              <a:rPr lang="en-US" dirty="0"/>
              <a:t>Economic &amp; societal impact</a:t>
            </a:r>
          </a:p>
          <a:p>
            <a:r>
              <a:rPr lang="en-US" dirty="0"/>
              <a:t>Sustainability</a:t>
            </a:r>
          </a:p>
        </p:txBody>
      </p:sp>
    </p:spTree>
    <p:extLst>
      <p:ext uri="{BB962C8B-B14F-4D97-AF65-F5344CB8AC3E}">
        <p14:creationId xmlns:p14="http://schemas.microsoft.com/office/powerpoint/2010/main" val="3290526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97B6F-1F2B-1394-F741-3DD47C28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Partnerships &amp; Open Innovation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56D6F-AA2D-D0AB-3A95-FF1AA48EA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Cross-sector nexus</a:t>
            </a:r>
          </a:p>
          <a:p>
            <a:r>
              <a:rPr lang="en-US" dirty="0"/>
              <a:t>Global linkages</a:t>
            </a:r>
          </a:p>
          <a:p>
            <a:r>
              <a:rPr lang="en-US" dirty="0"/>
              <a:t>Open innovation platform</a:t>
            </a:r>
          </a:p>
          <a:p>
            <a:r>
              <a:rPr lang="en-US" dirty="0"/>
              <a:t>Academic-industry synergy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341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54E96-3005-7117-019A-3F20118C8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Call to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219EE-8947-2C95-92CA-CE15DE1C4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Aligned with national vision</a:t>
            </a:r>
          </a:p>
          <a:p>
            <a:r>
              <a:rPr lang="en-US" dirty="0"/>
              <a:t>Forward-looking impact</a:t>
            </a:r>
          </a:p>
          <a:p>
            <a:r>
              <a:rPr lang="en-US" dirty="0"/>
              <a:t>Invitation to collaborate</a:t>
            </a:r>
          </a:p>
        </p:txBody>
      </p:sp>
    </p:spTree>
    <p:extLst>
      <p:ext uri="{BB962C8B-B14F-4D97-AF65-F5344CB8AC3E}">
        <p14:creationId xmlns:p14="http://schemas.microsoft.com/office/powerpoint/2010/main" val="434358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16039-5584-D4A3-C9C9-9F55BD3F5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 – Anticipated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EE5F8-6FE6-14E8-7CF8-30948ED99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How will </a:t>
            </a:r>
            <a:r>
              <a:rPr lang="en-US" dirty="0" err="1"/>
              <a:t>InterNexus</a:t>
            </a:r>
            <a:r>
              <a:rPr lang="en-US" dirty="0"/>
              <a:t> secure long-term funding and governance?</a:t>
            </a:r>
          </a:p>
          <a:p>
            <a:r>
              <a:rPr lang="en-US"/>
              <a:t>What outcomes or metrics will define success?</a:t>
            </a:r>
          </a:p>
          <a:p>
            <a:r>
              <a:rPr lang="en-US" dirty="0"/>
              <a:t>How will we facilitate effective collaboration among very different partners?</a:t>
            </a:r>
          </a:p>
          <a:p>
            <a:r>
              <a:rPr lang="en-US" dirty="0"/>
              <a:t>What is the implementation timeline and next phases after the hackathon?</a:t>
            </a:r>
          </a:p>
        </p:txBody>
      </p:sp>
    </p:spTree>
    <p:extLst>
      <p:ext uri="{BB962C8B-B14F-4D97-AF65-F5344CB8AC3E}">
        <p14:creationId xmlns:p14="http://schemas.microsoft.com/office/powerpoint/2010/main" val="3750709782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GestaltVTI</vt:lpstr>
      <vt:lpstr>InterNexus</vt:lpstr>
      <vt:lpstr>Introduction &amp; Overview</vt:lpstr>
      <vt:lpstr>Vision &amp; Concept</vt:lpstr>
      <vt:lpstr>Technical Execution &amp; Progress</vt:lpstr>
      <vt:lpstr>Feasibility &amp; Future Potential</vt:lpstr>
      <vt:lpstr>Strategic Partnerships &amp; Open Innovation</vt:lpstr>
      <vt:lpstr>Conclusion &amp; Call to Action</vt:lpstr>
      <vt:lpstr>Q&amp;A – Anticipated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71</cp:revision>
  <dcterms:created xsi:type="dcterms:W3CDTF">2025-11-02T02:49:00Z</dcterms:created>
  <dcterms:modified xsi:type="dcterms:W3CDTF">2025-11-02T02:59:14Z</dcterms:modified>
</cp:coreProperties>
</file>
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ngkh\OneDrive\Documents\University\University of Tsukuba\Academics\2025 Fall B\Hackathon\InterNexus\client\src\assets\internex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64"/>
                </a:solidFill>
              </a:rPr>
              <a:t>InterNexus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The virtual HQ for global research collaboration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914400" y="3017520"/>
            <a:ext cx="3840480" cy="73152"/>
          </a:xfrm>
          <a:prstGeom prst="rect">
            <a:avLst/>
          </a:prstGeom>
          <a:solidFill>
            <a:srgbClr val="1890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6035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InterNexus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Context &amp;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Research is global, but collaboration remains fragmented and siloed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Teams juggle apps for chat, files, whiteboards, and data—context is lost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Universities and labs need a neutral, secure digital HQ to work as one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Problem /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Fragmented tools; little institutional memory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Cross-border projects struggle with compliance &amp; data sharing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Hard to discover mutual strengths and co-authors across partners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AI-native workflows are finally practical (LLMs, embeddings)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Post-pandemic remote/hybrid collaboration is standard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Universities seek internationalisation and measurable impact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InterNexus – What We Offer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Virtual HQ: shared space with presence, rooms, and context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Collaboration Hub: chat, whiteboard, files, tasks in one place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Partner Intelligence: maps, mutual authors, and research graphs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Analytics: project health, impact metrics, and dashboards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Product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3D Virtual HQ tour (Three.js) – presence and serendipity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Real-time Collaboration (Socket.IO) – chat, typing, whiteboard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Partner Map – discover strengths, mutual authors &amp; collaborators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AI Insights – summarise threads, suggest partners, draft proposals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Market &amp; Segments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Initial: universities, research institutes, think-tanks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Expansion: corporate R&amp;D, NGOs, cross-border consortia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Pricing: per-seat with campus/site licences; enterprise support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90FF"/>
                </a:solidFill>
              </a:rPr>
              <a:t>&gt;$3B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Initial TAM (HE &amp; Institutes)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C41A"/>
                </a:solidFill>
              </a:rPr>
              <a:t>$600M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Serviceable (APAC focus)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$15–25M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Target Yr3 ARR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337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8C16"/>
                </a:solidFill>
              </a:rPr>
              <a:t>30–40%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Pilot Conversion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SaaS per-seat; discounted campus/site licences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Add-ons: AI packs, analytics connectors, compliance modules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Marketplace for research tools/integrations (plugins)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Go-To-Market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Anchor pilots with top universities (consortiums)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Publish joint case studies; showcase impact metrics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Partner with cloud, EdTech, and government agencies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Early 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Working prototype (client/server) with real-time collaboration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Partner profiling, mutual authors, and analytics UI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Active pilots in discussion – seeking additional partners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90FF"/>
                </a:solidFill>
              </a:rPr>
              <a:t>10+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Universities Engaged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C41A"/>
                </a:solidFill>
              </a:rPr>
              <a:t>3–5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PoCs Underway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30%+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M-o-M Growth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337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8C16"/>
                </a:solidFill>
              </a:rPr>
              <a:t>&lt; 1 week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Time to Deploy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Competitive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Horizontal tools (Teams/Slack/Zoom) – generic, not research-native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Point tools (whiteboards, docs, drives) – disconnected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Cloud drives &amp; LMS – not collaboration-first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InterNexus = research graph + collaboration + analytics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Neutral platform across institutions; rich partner intelligence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Composable integrations; privacy-by-design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Moat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Institutional graph (projects, people, outputs) enriched over time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Cross-institution workflows and permissions baked-in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AI models fine-tuned on collaboration and research ontologies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Architecture &amp; Security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React/Vite frontend; Node/Express backend; Socket.IO real-time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MongoDB persistence; Redis optional; modular services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3D via Three.js; D3/Recharts for analytics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JWT + role-based access; audit logs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Data isolation by tenant; encryption in transit/at rest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Compliance ready: GDPR/PDPA pillars; data residency options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Roadmap (12–18 months)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Q1: Pilot deployments; SSO; integrations (Drive, O365, GSuite)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Q2: AI assistants (summaries, partner matching, drafting)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Q3: Marketplace SDK; cross-tenant data rooms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Q4: Analytics connectors; admin dashboards; billing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Multidisciplinary: full-stack, data viz, research ops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Advisors across academia, policy, and enterprise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Culture: user-centered, secure-by-default, ship fast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The 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Seeking pilots and strategic partners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Optionally raising pre-seed for 18-month runway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Use of funds: product, security, go-to-market, pilots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Use of Funds / Milestones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Engineering (45%)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Security &amp; Compliance (15%)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GTM &amp; Partnerships (25%)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Ops (15%)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5 university pilots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Marketplace beta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Admin analytics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ARR targets &amp; case studies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864"/>
                </a:solidFill>
              </a:rPr>
              <a:t>Closing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InterNexus makes cross-border research work like one institution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Clear value for universities, labs, and R&amp;D teams</a:t>
            </a:r>
            <a:endParaRPr lang="en-US" sz="18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Let’s build measurable impact together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9202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03864"/>
                </a:solidFill>
              </a:rPr>
              <a:t>Q &amp; A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Questions welcome on product, pilots, and roadmap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InterNexus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InterNexus – Virtual Research HQ</dc:title>
  <dc:subject>InterNexus Pitch Deck</dc:subject>
  <dc:creator>InterNexus Team</dc:creator>
  <cp:lastModifiedBy>InterNexus Team</cp:lastModifiedBy>
  <cp:revision>1</cp:revision>
  <dcterms:created xsi:type="dcterms:W3CDTF">2025-11-02T02:43:37Z</dcterms:created>
  <dcterms:modified xsi:type="dcterms:W3CDTF">2025-11-02T02:43:37Z</dcterms:modified>
</cp:coreProperties>
</file>